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7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1DD88-06B7-F71F-4224-E8EF90B32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593AA7-8210-4421-0388-3F158C052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B7A715-C915-EFB6-B5C4-519FEAB42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8EB8CF-A615-5D06-53C4-7F4858DA7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34BD5A-82B6-B6F3-FF41-E15041EA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74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802AB-EEE4-1739-267B-89EDB902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1A5F7A-1CFE-D753-7B45-6DB44A32E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D59199-C62C-4D39-1421-20CDAB81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2DC720-6A73-A18B-DF18-3066E4B7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1E3871-FF22-9387-2FEC-29F580DD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41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5B70B-E15B-9927-7116-77CF86AF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6FDE88-47E6-8B14-AF70-1CBE3FCEE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86B72F-B50D-9FCA-BBE0-CEC7F59F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E45F30-D650-4232-E81D-493C622B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00724-C0AB-92CF-1CA7-D0086690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47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8F552-57A6-9AF5-A5BF-80917BAC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7899C3-3318-A28E-7522-3DC91F4B5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46CD7B-30D8-17C8-45C4-0EE1957C1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E3AD48-8E24-9847-B36C-E4E6E903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71A0B1-F4B9-3692-A168-A1581EEF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B1A90F-58CC-3BD4-A3DE-1B5B87144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5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14B12-98BB-4DE9-6F7B-C3BD07088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CF7D4F-1C19-6E45-97EF-D3EC3DD2C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3AE19B-DB4A-58D6-08D6-66230DF82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E8A97D-1AED-BA65-2923-A9948DB8C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B8F0CD-13D6-5DFB-367D-67F8F0E14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513324-C7B7-BFCC-143C-8937F123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86BB72-5699-1172-FFD3-907C2E47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059EF1-2E1E-1A52-1273-56872CEC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52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BED58-DF8C-CBB5-D274-3CF13754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A678B4-616D-F5E1-D429-D8324B5A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55BD90D-E98C-D295-A946-DE5DC3D8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5AF770-336B-A561-F3DE-CFA3CE9D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03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A25FBF6-142C-53FF-262B-14307BF5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F076AC-1636-E759-7E21-06C50511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F432CD-B031-3325-AF6D-1D79BA50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81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34469-19DE-194E-C0D1-03BA5A97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B1B818-3506-2182-0075-E3C8445AA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AD6137-2275-8AFA-E9FD-31B721317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BFF418-4901-073E-5756-1261EAB1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603E9E-0705-EC61-315B-A9F0B94B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9805E9-D927-283B-6385-8378A2D73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1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09FBD-306F-2208-D482-BB1AFDE2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A04352-4534-A84F-45A1-1D7F0788D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BD44C0-CC15-7D6A-9712-55630F8C9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F72B34-CFAB-12A8-FBBC-CD5E765E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DF7E3E-712F-6D6C-C563-E12B22012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7EBFE5-93B6-B6F4-D6BD-BA87E6A2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53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4AB5B-2FA0-1332-1B56-E28680B5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3F7085-3AF7-D232-1F80-2DEBE80A5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8BC120-D425-77D0-6741-E03FB705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34C2B3-8ADF-36DA-6E94-11395413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5F0490-ACFC-989F-F212-78CC3224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674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70BC60-0F94-CF50-244C-53F25630D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378A34-3B7D-A54F-14E0-B7D79C31B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8EC16A-7186-5632-26D9-892DEA89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979595-A9B9-F385-E8B4-6EB6C4F0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C52BDA-CA9B-CEE0-5993-3E64F52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19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5E299D-5909-A4E1-8277-6F98A04B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D03F13-118A-40BE-CE8D-F13CA85E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33452E-C2A0-83F5-B963-A1937EBE5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9E7AD-130B-48F5-B4F1-331B020E2072}" type="datetimeFigureOut">
              <a:rPr lang="pt-BR" smtClean="0"/>
              <a:t>07/02/2026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C20445-DAEE-54C6-E357-FF6A2DFB0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8963D-457F-A795-3502-3B61A0A48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0F7E8-DEA7-4FBC-96E5-12E727D48B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02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031F3-995A-B08B-790A-B070D9A0C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ASP.NET CORE MVC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11EED8-BB3A-534F-C792-A1C693CD6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Template</a:t>
            </a:r>
            <a:r>
              <a:rPr lang="pt-BR" dirty="0"/>
              <a:t> Inicial</a:t>
            </a:r>
          </a:p>
        </p:txBody>
      </p:sp>
    </p:spTree>
    <p:extLst>
      <p:ext uri="{BB962C8B-B14F-4D97-AF65-F5344CB8AC3E}">
        <p14:creationId xmlns:p14="http://schemas.microsoft.com/office/powerpoint/2010/main" val="188167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257EF-4370-392A-660E-125B36DA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01 –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764A2A-46D5-B0A3-98B1-3F144ECC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60F83E9C-D0CD-D99D-E15C-64F2BEFE8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45379"/>
            <a:ext cx="9813091" cy="4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7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276F-B1EA-2CCC-92A6-EB87C042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4BEEE-3BE1-B539-AF2F-A7CEE01F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02 – Criar projeto Asp.net Core MVC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702E9-C8A0-96FF-503D-B57C8F09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F6A8D8CD-8932-69A3-8235-25898F062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3" y="1503929"/>
            <a:ext cx="10439728" cy="37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7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126A2-E397-D71E-F347-BB89AE0C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08724-8854-BB9E-16CA-58022F1D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04 – Instalar pacote </a:t>
            </a:r>
            <a:r>
              <a:rPr lang="pt-BR" dirty="0" err="1"/>
              <a:t>EntityFramework</a:t>
            </a:r>
            <a:endParaRPr lang="pt-BR" dirty="0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85D608D-91B4-4B30-3122-0CC4A0A3A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5327"/>
            <a:ext cx="6773220" cy="3362794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151C6D02-2195-CE17-791C-CD25E70DC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758" y="4473536"/>
            <a:ext cx="8905160" cy="201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FF7C-82DC-D734-5283-B891D7AD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71BC9-F37D-C59D-9146-D5381638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Passo 05 – Configurar conexão </a:t>
            </a:r>
            <a:r>
              <a:rPr lang="pt-BR" dirty="0" err="1"/>
              <a:t>appsettings.json</a:t>
            </a:r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999768CB-989A-B53B-74D1-5AB90D28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58" y="1536574"/>
            <a:ext cx="9524036" cy="282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7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694E-B188-866B-1BCB-12DD329A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32F60-3BFB-6B83-0FCC-D58CE668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Passo 06 – Criar </a:t>
            </a:r>
            <a:r>
              <a:rPr lang="pt-BR" dirty="0" err="1"/>
              <a:t>context</a:t>
            </a:r>
            <a:endParaRPr lang="pt-BR" dirty="0"/>
          </a:p>
        </p:txBody>
      </p:sp>
      <p:pic>
        <p:nvPicPr>
          <p:cNvPr id="5" name="Imagem 4" descr="Tela de celular&#10;&#10;O conteúdo gerado por IA pode estar incorreto.">
            <a:extLst>
              <a:ext uri="{FF2B5EF4-FFF2-40B4-BE49-F238E27FC236}">
                <a16:creationId xmlns:a16="http://schemas.microsoft.com/office/drawing/2014/main" id="{DB81A8FF-5A81-DF0A-55A1-59C76CED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61" y="1529320"/>
            <a:ext cx="2995347" cy="1643551"/>
          </a:xfrm>
          <a:prstGeom prst="rect">
            <a:avLst/>
          </a:prstGeom>
        </p:spPr>
      </p:pic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C8525FA-25B2-7939-8494-1B636C69D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300" y="1564065"/>
            <a:ext cx="7647419" cy="295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6D8E0-9FBF-A607-377C-9E64ACDB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CF6C0-A8E4-333D-C9E2-A773C9DE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Passo 07 – Classe exemplo Agencia</a:t>
            </a:r>
          </a:p>
        </p:txBody>
      </p:sp>
      <p:pic>
        <p:nvPicPr>
          <p:cNvPr id="4" name="Imagem 3" descr="Tela de computador com fundo preto&#10;&#10;O conteúdo gerado por IA pode estar incorreto.">
            <a:extLst>
              <a:ext uri="{FF2B5EF4-FFF2-40B4-BE49-F238E27FC236}">
                <a16:creationId xmlns:a16="http://schemas.microsoft.com/office/drawing/2014/main" id="{62996582-ED6A-D657-FA77-324BEEE73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20" y="1449813"/>
            <a:ext cx="9483201" cy="44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7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F322-0F98-A642-9CA9-9766A285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ACE48-2688-7AEE-9B88-9160F814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Passo 08 – </a:t>
            </a:r>
            <a:r>
              <a:rPr lang="pt-BR" dirty="0" err="1"/>
              <a:t>Controller</a:t>
            </a:r>
            <a:r>
              <a:rPr lang="pt-BR" dirty="0"/>
              <a:t> Agencia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5638DAB4-5733-EC21-66B7-13A44ABBB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89702"/>
            <a:ext cx="7430037" cy="489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3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9870-01BF-38B1-DC72-84311D95C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C1157-771B-1A68-05BC-54281CD4C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Passo 08 – </a:t>
            </a:r>
            <a:r>
              <a:rPr lang="pt-BR" dirty="0" err="1"/>
              <a:t>Controller</a:t>
            </a:r>
            <a:r>
              <a:rPr lang="pt-BR" dirty="0"/>
              <a:t> Agencia</a:t>
            </a: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08702586-6092-BD4A-29DB-B4C23E1E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89702"/>
            <a:ext cx="7430037" cy="489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7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CDC16-F545-872C-BEDD-069CF41D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D7B86-A329-7E40-F54C-07536B15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Passo 09 – </a:t>
            </a:r>
            <a:r>
              <a:rPr lang="pt-BR" dirty="0" err="1"/>
              <a:t>View</a:t>
            </a:r>
            <a:r>
              <a:rPr lang="pt-BR" dirty="0"/>
              <a:t> Agencia</a:t>
            </a:r>
          </a:p>
        </p:txBody>
      </p:sp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E597DBB-603F-432E-939F-D50BEC624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8" y="1316389"/>
            <a:ext cx="2600688" cy="2010056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3504E7F0-A4BF-7FDE-C199-E2CD0381F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888" y="1407495"/>
            <a:ext cx="7687748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9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58726-73E5-E6AF-83E9-AB4EA234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4A808-E662-7400-6A52-2D5E235C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pt-BR" dirty="0"/>
              <a:t>Teste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D263615-CE4B-5C52-F98F-1CF99CD748F1}"/>
              </a:ext>
            </a:extLst>
          </p:cNvPr>
          <p:cNvSpPr txBox="1">
            <a:spLocks/>
          </p:cNvSpPr>
          <p:nvPr/>
        </p:nvSpPr>
        <p:spPr>
          <a:xfrm>
            <a:off x="990600" y="2204657"/>
            <a:ext cx="11353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err="1"/>
              <a:t>Localhost:xxxx</a:t>
            </a:r>
            <a:r>
              <a:rPr lang="pt-BR" dirty="0"/>
              <a:t>/Agencia</a:t>
            </a:r>
          </a:p>
        </p:txBody>
      </p:sp>
    </p:spTree>
    <p:extLst>
      <p:ext uri="{BB962C8B-B14F-4D97-AF65-F5344CB8AC3E}">
        <p14:creationId xmlns:p14="http://schemas.microsoft.com/office/powerpoint/2010/main" val="2977679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PROJETO ASP.NET CORE MVC</vt:lpstr>
      <vt:lpstr>Passo 01 – Banco de Dados</vt:lpstr>
      <vt:lpstr>Passo 02 – Criar projeto Asp.net Core MVC</vt:lpstr>
      <vt:lpstr>Passo 04 – Instalar pacote EntityFramework</vt:lpstr>
      <vt:lpstr>Passo 05 – Configurar conexão appsettings.json</vt:lpstr>
      <vt:lpstr>Passo 06 – Criar context</vt:lpstr>
      <vt:lpstr>Passo 07 – Classe exemplo Agencia</vt:lpstr>
      <vt:lpstr>Passo 08 – Controller Agencia</vt:lpstr>
      <vt:lpstr>Passo 08 – Controller Agencia</vt:lpstr>
      <vt:lpstr>Passo 09 – View Agencia</vt:lpstr>
      <vt:lpstr>Teste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Reginaldo Reis</dc:creator>
  <cp:lastModifiedBy>Reginaldo Reis</cp:lastModifiedBy>
  <cp:revision>1</cp:revision>
  <dcterms:created xsi:type="dcterms:W3CDTF">2026-02-07T09:25:33Z</dcterms:created>
  <dcterms:modified xsi:type="dcterms:W3CDTF">2026-02-07T09:34:33Z</dcterms:modified>
</cp:coreProperties>
</file>